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66" d="100"/>
          <a:sy n="66" d="100"/>
        </p:scale>
        <p:origin x="170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186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49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414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551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30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20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561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0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20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09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74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D5748-A8E0-4037-9BC4-21D5186762B1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1E90B-1ABD-4995-9C1F-BAC6A3CFF4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954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34" y="216568"/>
            <a:ext cx="2645837" cy="28039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887" y="216569"/>
            <a:ext cx="2645836" cy="280389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339" y="216569"/>
            <a:ext cx="3308396" cy="28039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2351" y="216568"/>
            <a:ext cx="2588215" cy="28039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434" y="3382591"/>
            <a:ext cx="2645837" cy="286632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4148" y="3382591"/>
            <a:ext cx="6964576" cy="252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64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11434" y="418701"/>
            <a:ext cx="11456339" cy="3188632"/>
            <a:chOff x="-1287543" y="6845707"/>
            <a:chExt cx="28007512" cy="779530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287543" y="6858000"/>
              <a:ext cx="9183382" cy="7783011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24522" y="6857999"/>
              <a:ext cx="9183382" cy="7783011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536587" y="6845707"/>
              <a:ext cx="9183382" cy="77830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5379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sims</dc:creator>
  <cp:lastModifiedBy>sims</cp:lastModifiedBy>
  <cp:revision>2</cp:revision>
  <dcterms:created xsi:type="dcterms:W3CDTF">2026-03-17T11:53:11Z</dcterms:created>
  <dcterms:modified xsi:type="dcterms:W3CDTF">2026-03-17T12:03:45Z</dcterms:modified>
</cp:coreProperties>
</file>